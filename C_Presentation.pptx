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224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114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Digital Tools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My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Workflow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2176272"/>
            <a:ext cx="420624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9456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MK. Ashan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Virantha</a:t>
            </a:r>
            <a:endParaRPr lang="en-US" sz="1300" dirty="0"/>
          </a:p>
          <a:p>
            <a:r>
              <a:rPr lang="en-US" sz="13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PSBUC/DIP/ICT/SL/26/LC/0020       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in ICT  |  Assignment 01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Diploma  |  Luxway Campus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3D25A4-A0B5-4ADB-998D-7967C3666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204" y="411480"/>
            <a:ext cx="3251351" cy="32932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Presentation About?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presentation I will explain:
•  What digital tools I use for studying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I organise my learning workflow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comparison of the main tools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Benefits and challenges I found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I used AI tools responsibly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My personal recommendations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Foundations &amp; Digital Productivity |  Assignment 01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ACCACB-ACE2-4334-B596-849E619B7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260" y="1251061"/>
            <a:ext cx="3977640" cy="31151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Learning Workflow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Steps I Follow Every Time I Have an Assignment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92024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1920240" cy="594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1371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Notion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set deadlines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3375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2697480"/>
            <a:ext cx="22860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1371600"/>
            <a:ext cx="192024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2C6E4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1371600"/>
            <a:ext cx="1920240" cy="59436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13716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971800" y="1371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20574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topics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33375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34840" y="2697480"/>
            <a:ext cx="22860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371600"/>
            <a:ext cx="192024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7B2D8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371600"/>
            <a:ext cx="1920240" cy="59436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3716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120640" y="1371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54880" y="20574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Word,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Grammarly 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the work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33375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2697480"/>
            <a:ext cx="22860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1371600"/>
            <a:ext cx="192024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504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12280" y="1371600"/>
            <a:ext cx="1920240" cy="59436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13716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269480" y="1371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03720" y="20574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file, upload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student portal,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backup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49440" y="33375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Foundations &amp; Digital Productivity |  Assignment 01</a:t>
            </a: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F5EEB3E-2BCE-4114-BB0E-4AD5DBC8C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82112"/>
            <a:ext cx="1645920" cy="104464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3B9A44D-FD73-40CF-BF97-F867F8BD0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7852" y="3383280"/>
            <a:ext cx="1713735" cy="716280"/>
          </a:xfrm>
          <a:prstGeom prst="rect">
            <a:avLst/>
          </a:prstGeom>
        </p:spPr>
      </p:pic>
      <p:pic>
        <p:nvPicPr>
          <p:cNvPr id="1028" name="Picture 4" descr="Chia Sẻ Grammarly Cookies | Page 47 | VN-Zoom | Cộng đồng Chia Sẻ Kiến ...">
            <a:extLst>
              <a:ext uri="{FF2B5EF4-FFF2-40B4-BE49-F238E27FC236}">
                <a16:creationId xmlns:a16="http://schemas.microsoft.com/office/drawing/2014/main" id="{1F196B13-D404-40DF-8813-26CCABCA4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220" y="3307080"/>
            <a:ext cx="868680" cy="86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0CD2BE7-7EC2-4D58-B15C-D8F04845A9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3078480"/>
            <a:ext cx="1502850" cy="10712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Comparison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Tools I Use and Why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352275"/>
              </p:ext>
            </p:extLst>
          </p:nvPr>
        </p:nvGraphicFramePr>
        <p:xfrm>
          <a:off x="365760" y="1188720"/>
          <a:ext cx="8412480" cy="322783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Use It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 reports &amp; assignments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(MS365)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Docs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work &amp; sharing with 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&amp; organising 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Canva, Photoshop, Illustrator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Making posters &amp; slides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Subscription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Grammarly,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Checking grammar in my writing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Subscription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, </a:t>
                      </a:r>
                      <a:r>
                        <a:rPr lang="en-US" sz="1050" dirty="0" err="1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Gemini, </a:t>
                      </a:r>
                      <a:r>
                        <a:rPr lang="en-US" sz="1050" dirty="0" err="1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</a:t>
                      </a: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Grok, Perplexity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Understanding difficult topics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Subscription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Storing, Hosting &amp; sharing my code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Foundations &amp; Digital Productivity |  Assignment 01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Digital Tools Help Me Study Better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14800" cy="96012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3533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Organised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66420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never miss a deadline because I use Notion and Google Calendar to track everything.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114800" cy="96012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8016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13533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Better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66420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Grammarly catches my grammar mistakes automatically before I submit.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114800" cy="960120"/>
          </a:xfrm>
          <a:prstGeom prst="rect">
            <a:avLst/>
          </a:prstGeom>
          <a:solidFill>
            <a:srgbClr val="D6E4F0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7744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24505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Together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7614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 lets me collaborate with classmates in real time from anywhere.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377440"/>
            <a:ext cx="4114800" cy="960120"/>
          </a:xfrm>
          <a:prstGeom prst="rect">
            <a:avLst/>
          </a:prstGeom>
          <a:solidFill>
            <a:srgbClr val="D6E4F0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37744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94960" y="24505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Faster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27614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like Claude help me understand complex topics quickly and clearly.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474720"/>
            <a:ext cx="4114800" cy="96012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7472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05840" y="35478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Anywhere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385876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means my files are always backed up and available on any device.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474720"/>
            <a:ext cx="4114800" cy="96012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47472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94960" y="35478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Professional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94960" y="385876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and PowerPoint help me create designs that look polished and well-structured.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Foundations &amp; Digital Productivity |  Assignment 01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 Faced &amp; How I Solved Them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023360" cy="38404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Challenges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4023360" cy="475488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0992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Too many apps can be confusing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5856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Some tools cost money (subscriptions)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4023360" cy="475488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0720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AI can give wrong answers sometimes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5584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Need internet for most tools to work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4023360" cy="475488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0448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Easy to get distracted by notifications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261872"/>
            <a:ext cx="4023360" cy="38404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2618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My Solutions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691640"/>
            <a:ext cx="4023360" cy="475488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70992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Stick to 3-4 main tools only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24028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25856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free versions wherever possible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788920"/>
            <a:ext cx="4023360" cy="475488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80720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Always check AI answers with sources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33756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35584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Download files &amp; work offline when needed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3886200"/>
            <a:ext cx="4023360" cy="475488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90448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Turn off notifications while studying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Foundations &amp; Digital Productivity |  Assignment 01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Use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Used AI Tools in This Assignment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1261872"/>
            <a:ext cx="466344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26187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 and DID NOT 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1691640"/>
            <a:ext cx="4663440" cy="420624"/>
          </a:xfrm>
          <a:prstGeom prst="rect">
            <a:avLst/>
          </a:prstGeom>
          <a:solidFill>
            <a:srgbClr val="F0FF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70992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Used AI to understand difficult concepts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0" y="2167128"/>
            <a:ext cx="4663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2185416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Rewrote everything in my own words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0" y="2642616"/>
            <a:ext cx="4663440" cy="420624"/>
          </a:xfrm>
          <a:prstGeom prst="rect">
            <a:avLst/>
          </a:prstGeom>
          <a:solidFill>
            <a:srgbClr val="F0FF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266090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Verified AI answers with real sources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0" y="3118104"/>
            <a:ext cx="4663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313639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Declared my AI use honestly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0" y="3593592"/>
            <a:ext cx="4663440" cy="420624"/>
          </a:xfrm>
          <a:prstGeom prst="rect">
            <a:avLst/>
          </a:prstGeom>
          <a:solidFill>
            <a:srgbClr val="FF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361188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Copy-pasted AI text directly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0" y="4069080"/>
            <a:ext cx="4663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408736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Submitted AI work as my own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Foundations &amp; Digital Productivity |  Assignment 01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F16C13-48F1-4462-9F24-C10266D624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878"/>
          <a:stretch/>
        </p:blipFill>
        <p:spPr>
          <a:xfrm>
            <a:off x="-1" y="1261872"/>
            <a:ext cx="3599235" cy="32165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62356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292608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tools make studying more organised and efficient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67128"/>
            <a:ext cx="292608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67128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216712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tools help produce professional, high-quality work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61488"/>
            <a:ext cx="292608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61488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276148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helpful assistant — but the thinking must be your own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55848"/>
            <a:ext cx="292608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55848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35584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keeps work safe and accessible anywhere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50208"/>
            <a:ext cx="292608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50208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395020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these skills now prepares me for an ICT career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77840" y="457200"/>
            <a:ext cx="32004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Ashan </a:t>
            </a:r>
            <a:r>
              <a:rPr lang="en-US" sz="1000" dirty="0" err="1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Virantha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638</Words>
  <Application>Microsoft Office PowerPoint</Application>
  <PresentationFormat>On-screen Show (16:9)</PresentationFormat>
  <Paragraphs>149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Digital Tools to Improve My Learning Workflow</dc:title>
  <dc:subject>PptxGenJS Presentation</dc:subject>
  <dc:creator>ICT Diploma Student</dc:creator>
  <cp:lastModifiedBy>Ashan Virintha</cp:lastModifiedBy>
  <cp:revision>5</cp:revision>
  <dcterms:created xsi:type="dcterms:W3CDTF">2026-03-22T14:08:16Z</dcterms:created>
  <dcterms:modified xsi:type="dcterms:W3CDTF">2026-03-23T05:57:22Z</dcterms:modified>
</cp:coreProperties>
</file>